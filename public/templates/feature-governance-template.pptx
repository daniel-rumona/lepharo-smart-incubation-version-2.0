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8"/>
  </p:notesMasterIdLst>
  <p:handoutMasterIdLst>
    <p:handoutMasterId r:id="rId19"/>
  </p:handoutMasterIdLst>
  <p:sldIdLst>
    <p:sldId id="334" r:id="rId5"/>
    <p:sldId id="316" r:id="rId6"/>
    <p:sldId id="337" r:id="rId7"/>
    <p:sldId id="343" r:id="rId8"/>
    <p:sldId id="342" r:id="rId9"/>
    <p:sldId id="336" r:id="rId10"/>
    <p:sldId id="324" r:id="rId11"/>
    <p:sldId id="346" r:id="rId12"/>
    <p:sldId id="328" r:id="rId13"/>
    <p:sldId id="345" r:id="rId14"/>
    <p:sldId id="331" r:id="rId15"/>
    <p:sldId id="347" r:id="rId16"/>
    <p:sldId id="34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>
      <p:cViewPr>
        <p:scale>
          <a:sx n="100" d="100"/>
          <a:sy n="100" d="100"/>
        </p:scale>
        <p:origin x="-48" y="-446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87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776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9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93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230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167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059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/>
          <a:lstStyle/>
          <a:p>
            <a:r>
              <a:rPr lang="en-US" dirty="0"/>
              <a:t>{{report_title}}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{{overview_title}}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B520C53E-8329-74AB-5229-BCDE630B2E1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t="21" b="21"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{{overview_1}}</a:t>
            </a:r>
          </a:p>
          <a:p>
            <a:r>
              <a:rPr lang="en-US" dirty="0"/>
              <a:t>{{overview_2}}</a:t>
            </a:r>
          </a:p>
          <a:p>
            <a:r>
              <a:rPr lang="en-US" dirty="0"/>
              <a:t>{{overview_3}}</a:t>
            </a:r>
          </a:p>
          <a:p>
            <a:r>
              <a:rPr lang="en-US" dirty="0"/>
              <a:t>{{overview_4}}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A271-8875-6BCE-0A4A-542683BB3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/>
          <a:lstStyle/>
          <a:p>
            <a:r>
              <a:rPr lang="en-US" dirty="0"/>
              <a:t>{{executive_summary}}</a:t>
            </a:r>
          </a:p>
        </p:txBody>
      </p:sp>
      <p:pic>
        <p:nvPicPr>
          <p:cNvPr id="7" name="Picture Placeholder 8" descr="Mountains at sunset">
            <a:extLst>
              <a:ext uri="{FF2B5EF4-FFF2-40B4-BE49-F238E27FC236}">
                <a16:creationId xmlns:a16="http://schemas.microsoft.com/office/drawing/2014/main" id="{DABEABE1-2983-8759-E3F7-CCC6330C6B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3" r="23"/>
          <a:stretch/>
        </p:blipFill>
        <p:spPr>
          <a:xfrm>
            <a:off x="8197587" y="411831"/>
            <a:ext cx="3521337" cy="3521344"/>
          </a:xfrm>
        </p:spPr>
      </p:pic>
    </p:spTree>
    <p:extLst>
      <p:ext uri="{BB962C8B-B14F-4D97-AF65-F5344CB8AC3E}">
        <p14:creationId xmlns:p14="http://schemas.microsoft.com/office/powerpoint/2010/main" val="19412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8171-F501-5EC9-8849-5D0FE73AE0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{{meetings_title}}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A9D03-6CF8-D31E-2E06-88AEBCEF7D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{{meetings_subtitle}}</a:t>
            </a:r>
          </a:p>
        </p:txBody>
      </p:sp>
      <p:pic>
        <p:nvPicPr>
          <p:cNvPr id="6" name="Picture Placeholder 21" descr="Mountains under near dusk sky">
            <a:extLst>
              <a:ext uri="{FF2B5EF4-FFF2-40B4-BE49-F238E27FC236}">
                <a16:creationId xmlns:a16="http://schemas.microsoft.com/office/drawing/2014/main" id="{56606EF5-1CC7-5421-5CF4-C03704056C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16939" r="16939"/>
          <a:stretch/>
        </p:blipFill>
        <p:spPr/>
      </p:pic>
    </p:spTree>
    <p:extLst>
      <p:ext uri="{BB962C8B-B14F-4D97-AF65-F5344CB8AC3E}">
        <p14:creationId xmlns:p14="http://schemas.microsoft.com/office/powerpoint/2010/main" val="396275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{{meetings_detail_title}}</a:t>
            </a:r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06CC7187-0D55-8D17-DB17-83EAB1EF8D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{{meeting_1}}</a:t>
            </a:r>
          </a:p>
          <a:p>
            <a:r>
              <a:rPr lang="en-US" dirty="0"/>
              <a:t>{{meeting_2}}</a:t>
            </a:r>
          </a:p>
          <a:p>
            <a:r>
              <a:rPr lang="en-US" dirty="0"/>
              <a:t>{{meeting_3}}</a:t>
            </a:r>
          </a:p>
          <a:p>
            <a:r>
              <a:rPr lang="en-US" dirty="0"/>
              <a:t>{{meeting_4}}</a:t>
            </a:r>
          </a:p>
        </p:txBody>
      </p: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698432-2D58-D940-A0AE-7748E2A48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{{completed_title}}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C780BDD-62B7-3E51-C2DE-09259F62CC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{{completed_subtitle}}</a:t>
            </a:r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FDAA-00CD-846E-A576-B59DFA73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/>
          <a:lstStyle/>
          <a:p>
            <a:r>
              <a:rPr lang="en-US" dirty="0"/>
              <a:t>{{completed_detail_title}}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B3B4A-6ED2-64D9-BEC7-1B6C66971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4846320" cy="4040574"/>
          </a:xfrm>
        </p:spPr>
        <p:txBody>
          <a:bodyPr/>
          <a:lstStyle/>
          <a:p>
            <a:r>
              <a:rPr lang="en-US" dirty="0"/>
              <a:t>{{completed_1}}</a:t>
            </a:r>
          </a:p>
          <a:p>
            <a:pPr lvl="1"/>
            <a:r>
              <a:rPr lang="en-US" dirty="0"/>
              <a:t>{{completed_2}}</a:t>
            </a:r>
          </a:p>
          <a:p>
            <a:pPr lvl="1"/>
            <a:r>
              <a:rPr lang="en-US" dirty="0"/>
              <a:t>{{completed_3}}</a:t>
            </a:r>
          </a:p>
          <a:p>
            <a:pPr lvl="1"/>
            <a:r>
              <a:rPr lang="en-US" dirty="0"/>
              <a:t>{{completed_4}}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FF1654-306D-262A-D360-5E5C2E6B3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3402" y="2327441"/>
            <a:ext cx="4846320" cy="4040574"/>
          </a:xfrm>
        </p:spPr>
        <p:txBody>
          <a:bodyPr/>
          <a:lstStyle/>
          <a:p>
            <a:r>
              <a:rPr lang="en-US" dirty="0"/>
              <a:t>{{completed_5}}</a:t>
            </a:r>
          </a:p>
          <a:p>
            <a:pPr lvl="1"/>
            <a:r>
              <a:rPr lang="en-US" dirty="0"/>
              <a:t>{{completed_6}}</a:t>
            </a:r>
          </a:p>
          <a:p>
            <a:pPr lvl="1"/>
            <a:r>
              <a:rPr lang="en-US" dirty="0"/>
              <a:t>{{completed_7}}</a:t>
            </a:r>
          </a:p>
          <a:p>
            <a:pPr lvl="1"/>
            <a:r>
              <a:rPr lang="en-US" dirty="0"/>
              <a:t>{{completed_8}}</a:t>
            </a:r>
          </a:p>
          <a:p>
            <a:pPr lvl="1"/>
            <a:r>
              <a:rPr lang="en-US" dirty="0"/>
              <a:t>{{completed_9}}</a:t>
            </a:r>
          </a:p>
        </p:txBody>
      </p:sp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E24D3-07BE-C483-3F42-95EEE8333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{{pipeline_1}}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9EFE5C42-059F-482E-C029-E8FA5107EED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{{pipeline_2}}</a:t>
            </a:r>
          </a:p>
          <a:p>
            <a:r>
              <a:rPr lang="en-US" dirty="0"/>
              <a:t>{{pipeline_3}}</a:t>
            </a:r>
          </a:p>
          <a:p>
            <a:r>
              <a:rPr lang="en-US" dirty="0"/>
              <a:t>{{pipeline_4}}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8FD192-492A-A40D-E86A-BABC77587C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{{pipeline_5}}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62FCA4D-7EEE-9E3D-F691-FEFB5FB337E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{{pipeline_6}}</a:t>
            </a:r>
          </a:p>
          <a:p>
            <a:r>
              <a:rPr lang="en-US" dirty="0"/>
              <a:t>{{pipeline_7}}</a:t>
            </a:r>
          </a:p>
          <a:p>
            <a:r>
              <a:rPr lang="en-US" dirty="0"/>
              <a:t>{{pipeline_8}}</a:t>
            </a:r>
          </a:p>
          <a:p>
            <a:r>
              <a:rPr lang="en-US" dirty="0"/>
              <a:t>{{pipeline_title}}</a:t>
            </a:r>
          </a:p>
        </p:txBody>
      </p:sp>
    </p:spTree>
    <p:extLst>
      <p:ext uri="{BB962C8B-B14F-4D97-AF65-F5344CB8AC3E}">
        <p14:creationId xmlns:p14="http://schemas.microsoft.com/office/powerpoint/2010/main" val="719664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47ABD4-990A-BAC8-69FC-AF4C84F3A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/>
          <a:lstStyle/>
          <a:p>
            <a:r>
              <a:rPr lang="en-US" dirty="0"/>
              <a:t>{{pipeline_impact_title}}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1E6A21B-7748-174B-D77E-8EE0B288C7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/>
          <a:lstStyle/>
          <a:p>
            <a:r>
              <a:rPr lang="en-US" dirty="0"/>
              <a:t>{{pipeline_impact_1}}</a:t>
            </a:r>
          </a:p>
          <a:p>
            <a:r>
              <a:rPr lang="en-US" dirty="0"/>
              <a:t>{{pipeline_impact_2}}</a:t>
            </a:r>
          </a:p>
        </p:txBody>
      </p:sp>
      <p:pic>
        <p:nvPicPr>
          <p:cNvPr id="6" name="Picture Placeholder 21" descr="Mountains under near dusk sky">
            <a:extLst>
              <a:ext uri="{FF2B5EF4-FFF2-40B4-BE49-F238E27FC236}">
                <a16:creationId xmlns:a16="http://schemas.microsoft.com/office/drawing/2014/main" id="{1472EB4E-1296-AC66-19FA-B01BB8D8A5F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2444" r="22444"/>
          <a:stretch/>
        </p:blipFill>
        <p:spPr>
          <a:xfrm>
            <a:off x="6695553" y="301752"/>
            <a:ext cx="5221224" cy="6263640"/>
          </a:xfrm>
        </p:spPr>
      </p:pic>
    </p:spTree>
    <p:extLst>
      <p:ext uri="{BB962C8B-B14F-4D97-AF65-F5344CB8AC3E}">
        <p14:creationId xmlns:p14="http://schemas.microsoft.com/office/powerpoint/2010/main" val="3638111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7B8245B-90F5-42D5-BB2F-B23140DB2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{{delivery_metrics_title}}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262961-9495-E252-E690-1E733A8CC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{{delivery_metrics_intro_1}}</a:t>
            </a:r>
          </a:p>
          <a:p>
            <a:r>
              <a:rPr lang="en-US" dirty="0"/>
              <a:t>{{delivery_metrics_intro_2}}</a:t>
            </a:r>
          </a:p>
        </p:txBody>
      </p:sp>
      <p:graphicFrame>
        <p:nvGraphicFramePr>
          <p:cNvPr id="6" name="Table Placeholder 2">
            <a:extLst>
              <a:ext uri="{FF2B5EF4-FFF2-40B4-BE49-F238E27FC236}">
                <a16:creationId xmlns:a16="http://schemas.microsoft.com/office/drawing/2014/main" id="{6AF13B15-615A-B282-84CE-BCE3A52AFAF2}"/>
              </a:ext>
            </a:extLst>
          </p:cNvPr>
          <p:cNvGraphicFramePr>
            <a:graphicFrameLocks noGrp="1"/>
          </p:cNvGraphicFramePr>
          <p:nvPr>
            <p:ph idx="21"/>
            <p:extLst>
              <p:ext uri="{D42A27DB-BD31-4B8C-83A1-F6EECF244321}">
                <p14:modId xmlns:p14="http://schemas.microsoft.com/office/powerpoint/2010/main" val="540832049"/>
              </p:ext>
            </p:extLst>
          </p:nvPr>
        </p:nvGraphicFramePr>
        <p:xfrm>
          <a:off x="1279525" y="3017838"/>
          <a:ext cx="10374792" cy="3386137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5936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593698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593698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593698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217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217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{{delivery_cell_5}}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{{delivery_cell_6}}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{{delivery_cell_7}}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217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{{delivery_cell_9}}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{{delivery_cell_10}}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{{delivery_cell_11}}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217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{{delivery_cell_13}}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{{delivery_cell_14}}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{{delivery_cell_15}}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{{delivery_cell_16}}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217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{{delivery_cell_17}}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{{delivery_cell_18}}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{{delivery_cell_19}}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{{delivery_cell_20}}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771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{{delivery_cell_21}}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{{delivery_cell_22}}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{{delivery_cell_23}}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{{delivery_cell_24}}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582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B4A8555D-2DFF-E6D8-3698-67C06B770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/>
          <a:lstStyle/>
          <a:p>
            <a:r>
              <a:rPr lang="en-US" dirty="0"/>
              <a:t>{{challenges_1}}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E16BFA7C-979F-1D5E-79D4-DEEC56EBE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685800"/>
            <a:ext cx="4937760" cy="4023360"/>
          </a:xfrm>
        </p:spPr>
        <p:txBody>
          <a:bodyPr/>
          <a:lstStyle/>
          <a:p>
            <a:r>
              <a:rPr lang="en-US" dirty="0"/>
              <a:t>{{challenges_2}}</a:t>
            </a:r>
          </a:p>
          <a:p>
            <a:pPr lvl="1"/>
            <a:r>
              <a:rPr lang="en-US" dirty="0"/>
              <a:t>{{challenges_3}}</a:t>
            </a:r>
          </a:p>
          <a:p>
            <a:r>
              <a:rPr lang="en-US" dirty="0"/>
              <a:t>{{challenges_4}}</a:t>
            </a:r>
          </a:p>
          <a:p>
            <a:pPr lvl="1"/>
            <a:r>
              <a:rPr lang="en-US" dirty="0"/>
              <a:t>{{challenges_5}}</a:t>
            </a:r>
          </a:p>
          <a:p>
            <a:r>
              <a:rPr lang="en-US" dirty="0"/>
              <a:t>{{challenges_6}}</a:t>
            </a:r>
          </a:p>
          <a:p>
            <a:pPr lvl="1"/>
            <a:r>
              <a:rPr lang="en-US" dirty="0"/>
              <a:t>{{challenges_7}}</a:t>
            </a:r>
          </a:p>
          <a:p>
            <a:r>
              <a:rPr lang="en-US" dirty="0"/>
              <a:t>{{challenges_8}}</a:t>
            </a:r>
          </a:p>
          <a:p>
            <a:pPr lvl="1"/>
            <a:r>
              <a:rPr lang="en-US" dirty="0"/>
              <a:t>{{challenges_9}}</a:t>
            </a:r>
          </a:p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1E42FE3-72C0-8885-D01D-FC08E0DEC2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04755" y="685800"/>
            <a:ext cx="4937760" cy="4023360"/>
          </a:xfrm>
        </p:spPr>
        <p:txBody>
          <a:bodyPr>
            <a:normAutofit/>
          </a:bodyPr>
          <a:lstStyle/>
          <a:p>
            <a:r>
              <a:rPr lang="en-US" dirty="0"/>
              <a:t>{{challenges_10}}</a:t>
            </a:r>
          </a:p>
          <a:p>
            <a:r>
              <a:rPr lang="en-US" dirty="0"/>
              <a:t>{{challenges_11}}</a:t>
            </a:r>
          </a:p>
          <a:p>
            <a:r>
              <a:rPr lang="en-US" dirty="0"/>
              <a:t>{{challenges_12}}</a:t>
            </a:r>
          </a:p>
          <a:p>
            <a:r>
              <a:rPr lang="en-US" dirty="0"/>
              <a:t>{{challenges_13}}</a:t>
            </a:r>
          </a:p>
          <a:p>
            <a:r>
              <a:rPr lang="en-US" dirty="0"/>
              <a:t>{{challenges_title}}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50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4923D-C618-15EF-E1D7-7C1B0DBB1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1280160"/>
          </a:xfrm>
        </p:spPr>
        <p:txBody>
          <a:bodyPr anchor="b" anchorCtr="0"/>
          <a:lstStyle/>
          <a:p>
            <a:r>
              <a:rPr lang="en-US" dirty="0"/>
              <a:t>{{portfolio_table_title}}</a:t>
            </a:r>
          </a:p>
        </p:txBody>
      </p:sp>
      <p:graphicFrame>
        <p:nvGraphicFramePr>
          <p:cNvPr id="6" name="Table Placeholder 3">
            <a:extLst>
              <a:ext uri="{FF2B5EF4-FFF2-40B4-BE49-F238E27FC236}">
                <a16:creationId xmlns:a16="http://schemas.microsoft.com/office/drawing/2014/main" id="{8B2437E8-72AB-C7C2-6EC7-E8366A2C8D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1316456"/>
              </p:ext>
            </p:extLst>
          </p:nvPr>
        </p:nvGraphicFramePr>
        <p:xfrm>
          <a:off x="1279525" y="2103438"/>
          <a:ext cx="10387544" cy="404029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596886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596886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596886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596886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6685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685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{{portfolio_cell_5}}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{{portfolio_cell_6}}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{{portfolio_cell_7}}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685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{{portfolio_cell_9}}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{{portfolio_cell_10}}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{{portfolio_cell_11}}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830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{{portfolio_cell_13}}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{{portfolio_cell_14}}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{{portfolio_cell_15}}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{{portfolio_cell_16}}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685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{{portfolio_cell_17}}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{{portfolio_cell_18}}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{{portfolio_cell_19}}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{{portfolio_cell_20}}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830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{{portfolio_cell_21}}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{{portfolio_cell_22}}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{{portfolio_cell_23}}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{{portfolio_cell_24}}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351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/>
          <a:lstStyle/>
          <a:p>
            <a:r>
              <a:rPr lang="en-US" dirty="0"/>
              <a:t>{{closing_title}}</a:t>
            </a:r>
          </a:p>
        </p:txBody>
      </p:sp>
      <p:pic>
        <p:nvPicPr>
          <p:cNvPr id="5" name="Picture Placeholder 14" descr="Mountains under near dusk sky">
            <a:extLst>
              <a:ext uri="{FF2B5EF4-FFF2-40B4-BE49-F238E27FC236}">
                <a16:creationId xmlns:a16="http://schemas.microsoft.com/office/drawing/2014/main" id="{DE72DC91-8DC9-B68C-C1D3-8F5273481A7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l="13191" r="13191"/>
          <a:stretch/>
        </p:blipFill>
        <p:spPr>
          <a:xfrm>
            <a:off x="1371606" y="3205313"/>
            <a:ext cx="3043077" cy="3043083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0D88C-5989-4007-4953-F54A4A34B7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0609" y="3127248"/>
            <a:ext cx="6117381" cy="3017520"/>
          </a:xfrm>
        </p:spPr>
        <p:txBody>
          <a:bodyPr/>
          <a:lstStyle/>
          <a:p>
            <a:r>
              <a:rPr lang="en-US" dirty="0"/>
              <a:t>{{closing_1}}</a:t>
            </a:r>
          </a:p>
          <a:p>
            <a:r>
              <a:rPr lang="en-US" dirty="0"/>
              <a:t>{{closing_2}}</a:t>
            </a:r>
          </a:p>
          <a:p>
            <a:r>
              <a:rPr lang="en-US" dirty="0"/>
              <a:t>{{closing_3}}</a:t>
            </a:r>
          </a:p>
          <a:p>
            <a:r>
              <a:rPr lang="en-US" dirty="0"/>
              <a:t>{{closing_4}}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544979-59F0-4F8D-AA35-90255837C7E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B16729F-0CF3-48D0-9AFD-AAAEB43092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DFB26C-8E2C-4C64-B21C-909AD1AA2D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418</Words>
  <Application>Microsoft Office PowerPoint</Application>
  <PresentationFormat>Widescreen</PresentationFormat>
  <Paragraphs>122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GradientVTI</vt:lpstr>
      <vt:lpstr>Galaxy</vt:lpstr>
      <vt:lpstr>Agenda</vt:lpstr>
      <vt:lpstr>The power of communication</vt:lpstr>
      <vt:lpstr>Overcoming nervousness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2026-07-03T05:40:49Z</dcterms:created>
  <dcterms:modified xsi:type="dcterms:W3CDTF">2026-07-03T05:41:19Z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