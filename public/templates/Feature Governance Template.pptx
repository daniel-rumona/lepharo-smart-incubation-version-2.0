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8"/>
  </p:notesMasterIdLst>
  <p:handoutMasterIdLst>
    <p:handoutMasterId r:id="rId19"/>
  </p:handoutMasterIdLst>
  <p:sldIdLst>
    <p:sldId id="334" r:id="rId5"/>
    <p:sldId id="316" r:id="rId6"/>
    <p:sldId id="337" r:id="rId7"/>
    <p:sldId id="343" r:id="rId8"/>
    <p:sldId id="342" r:id="rId9"/>
    <p:sldId id="336" r:id="rId10"/>
    <p:sldId id="324" r:id="rId11"/>
    <p:sldId id="346" r:id="rId12"/>
    <p:sldId id="328" r:id="rId13"/>
    <p:sldId id="345" r:id="rId14"/>
    <p:sldId id="331" r:id="rId15"/>
    <p:sldId id="347" r:id="rId16"/>
    <p:sldId id="34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>
        <p:scale>
          <a:sx n="100" d="100"/>
          <a:sy n="100" d="100"/>
        </p:scale>
        <p:origin x="-48" y="-44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30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167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59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/>
          <a:lstStyle/>
          <a:p>
            <a:r>
              <a:rPr lang="en-US" dirty="0"/>
              <a:t>Galaxy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Topic one</a:t>
            </a:r>
          </a:p>
          <a:p>
            <a:r>
              <a:rPr lang="en-US" dirty="0"/>
              <a:t>	Topic two</a:t>
            </a:r>
          </a:p>
          <a:p>
            <a:r>
              <a:rPr lang="en-US" dirty="0"/>
              <a:t>Topic three</a:t>
            </a:r>
          </a:p>
          <a:p>
            <a:r>
              <a:rPr lang="en-US" dirty="0"/>
              <a:t>Topic four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Selecting visual aids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24D3-07BE-C483-3F42-95EEE833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9EFE5C42-059F-482E-C029-E8FA5107EED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28FD192-492A-A40D-E86A-BABC77587C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62FCA4D-7EEE-9E3D-F691-FEFB5FB337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71966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47ABD4-990A-BAC8-69FC-AF4C84F3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E6A21B-7748-174B-D77E-8EE0B288C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1472EB4E-1296-AC66-19FA-B01BB8D8A5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444" r="22444"/>
          <a:stretch/>
        </p:blipFill>
        <p:spPr>
          <a:xfrm>
            <a:off x="6695553" y="301752"/>
            <a:ext cx="5221224" cy="6263640"/>
          </a:xfrm>
        </p:spPr>
      </p:pic>
    </p:spTree>
    <p:extLst>
      <p:ext uri="{BB962C8B-B14F-4D97-AF65-F5344CB8AC3E}">
        <p14:creationId xmlns:p14="http://schemas.microsoft.com/office/powerpoint/2010/main" val="363811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7B8245B-90F5-42D5-BB2F-B23140DB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262961-9495-E252-E690-1E733A8C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6AF13B15-615A-B282-84CE-BCE3A52AFAF2}"/>
              </a:ext>
            </a:extLst>
          </p:cNvPr>
          <p:cNvGraphicFramePr>
            <a:graphicFrameLocks noGrp="1"/>
          </p:cNvGraphicFramePr>
          <p:nvPr>
            <p:ph idx="21"/>
            <p:extLst>
              <p:ext uri="{D42A27DB-BD31-4B8C-83A1-F6EECF244321}">
                <p14:modId xmlns:p14="http://schemas.microsoft.com/office/powerpoint/2010/main" val="540832049"/>
              </p:ext>
            </p:extLst>
          </p:nvPr>
        </p:nvGraphicFramePr>
        <p:xfrm>
          <a:off x="1279525" y="3017838"/>
          <a:ext cx="10374792" cy="338613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36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5936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217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771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58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B4A8555D-2DFF-E6D8-3698-67C06B77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16BFA7C-979F-1D5E-79D4-DEEC56EBE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85800"/>
            <a:ext cx="4937760" cy="4023360"/>
          </a:xfrm>
        </p:spPr>
        <p:txBody>
          <a:bodyPr/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1E42FE3-72C0-8885-D01D-FC08E0DEC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04755" y="685800"/>
            <a:ext cx="4937760" cy="4023360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5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923D-C618-15EF-E1D7-7C1B0DBB1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87699" cy="1280160"/>
          </a:xfrm>
        </p:spPr>
        <p:txBody>
          <a:bodyPr anchor="b" anchorCtr="0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6" name="Table Placeholder 3">
            <a:extLst>
              <a:ext uri="{FF2B5EF4-FFF2-40B4-BE49-F238E27FC236}">
                <a16:creationId xmlns:a16="http://schemas.microsoft.com/office/drawing/2014/main" id="{8B2437E8-72AB-C7C2-6EC7-E8366A2C8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16456"/>
              </p:ext>
            </p:extLst>
          </p:nvPr>
        </p:nvGraphicFramePr>
        <p:xfrm>
          <a:off x="1279525" y="2103438"/>
          <a:ext cx="10387544" cy="40402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596886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6886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685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830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35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3127248"/>
            <a:ext cx="6117381" cy="301752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44979-59F0-4F8D-AA35-90255837C7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B16729F-0CF3-48D0-9AFD-AAAEB4309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DFB26C-8E2C-4C64-B21C-909AD1AA2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GradientVTI</vt:lpstr>
      <vt:lpstr>Galaxy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2026-07-03T05:40:49Z</dcterms:created>
  <dcterms:modified xsi:type="dcterms:W3CDTF">2026-07-03T05:41:19Z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